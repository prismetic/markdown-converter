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the presentation</a:t>
            </a:r>
          </a:p>
          <a:p>
            <a:r>
              <a:t>This is the first slide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Content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 one</a:t>
            </a:r>
          </a:p>
          <a:p>
            <a:r>
              <a:t>Key point two</a:t>
            </a:r>
          </a:p>
          <a:p>
            <a:r>
              <a:t>Key point three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findings</a:t>
            </a:r>
          </a:p>
          <a:p>
            <a:r>
              <a:t>Next steps</a:t>
            </a:r>
          </a:p>
        </p:txBody>
      </p:sp>
    </p:spTree>
  </p:cSld>
</p:sld>
</file>